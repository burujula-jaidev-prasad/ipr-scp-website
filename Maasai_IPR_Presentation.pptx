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4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3" r:id="rId20"/>
    <p:sldId id="277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CC7"/>
    <a:srgbClr val="865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19"/>
    <p:restoredTop sz="95574"/>
  </p:normalViewPr>
  <p:slideViewPr>
    <p:cSldViewPr snapToGrid="0">
      <p:cViewPr>
        <p:scale>
          <a:sx n="80" d="100"/>
          <a:sy n="80" d="100"/>
        </p:scale>
        <p:origin x="-63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B7EA0-BBBE-F346-B9B6-3A81E44FCD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545CE-5C8D-B641-A085-4877DD6CD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4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545CE-5C8D-B641-A085-4877DD6CDD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65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questions to </a:t>
            </a:r>
            <a:r>
              <a:rPr lang="en-US" dirty="0" err="1"/>
              <a:t>masai</a:t>
            </a:r>
            <a:r>
              <a:rPr lang="en-US" dirty="0"/>
              <a:t> people for classification of products what is </a:t>
            </a:r>
            <a:r>
              <a:rPr lang="en-US" dirty="0" err="1"/>
              <a:t>gi</a:t>
            </a:r>
            <a:r>
              <a:rPr lang="en-US" dirty="0"/>
              <a:t> which product comes under </a:t>
            </a:r>
            <a:r>
              <a:rPr lang="en-US" dirty="0" err="1"/>
              <a:t>gi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545CE-5C8D-B641-A085-4877DD6CDDA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81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E5198-1832-C474-FC9E-51AB857DD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A0499-FEF1-7647-92AD-5F33C83AF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DCF40-06F1-99D7-7D9F-46F74802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8578F-09A7-11F5-5DC1-5CD94009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60337-EC56-4BF6-1403-3A8526E4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9818-67E4-6FF6-7CA3-4F332E8F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334AC-F600-6F7E-41F7-26F6F4ED0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9A6B2-4580-0C6A-E62A-20ACB624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9723A-5773-C81D-41F9-8CF95117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FA3F1-9D7E-93C8-5347-5381680B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87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19D39-8AC7-6258-768D-82E2F7CF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E2234-5CC7-A30A-501D-D371DFA80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E511A-9CA2-3F6C-FD9E-97E56EA9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6916F-10FF-924A-531B-35412481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75AD-4740-EB32-BB5C-8171BE9B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12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2052-E0F9-3E25-8BCB-B63E9314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BD856-6BE4-319E-2DC2-D660FBE7A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B1D4D-DBF7-B879-94D9-A0CF8C410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90133-22B5-E928-5F5F-64480529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ABAB2-F9BD-2EF4-448D-964E8C1B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37731-ABA3-74A4-7F20-56DF7266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8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94C2-4B6B-89D9-3E99-77301E7FC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90861-C569-F1FF-2AE9-DCB113E1B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D595D-6199-BD99-12C8-F2DB62810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C9C4D-0E86-D7DE-2AC9-423837A6B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1D033-C3B2-499F-72C7-CF6D16791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97AB5-6706-3706-6992-523E5F044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FD2A73-B127-7B41-5383-D80898E6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B01FF-E3F7-5534-0B38-A378E957F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17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29B2-E741-4BB6-4F26-B320069C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243CD-E047-8336-A331-6200EA81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E3E6A-022B-1A2A-210B-AA9583C16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199D8-7FBF-45DE-3112-EEC82E8D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75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38D4F3-ADF8-657F-173A-77053B007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E5D1C-516E-6463-BD70-E162A79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65C92-009F-D9EF-1632-87B4105F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44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93424-345A-DDD3-6D8C-B66DFFBE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700E5-61D6-5E76-EA13-0FDB56C5D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F27F-BEBD-40A8-68FF-701D4FA02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28244-3045-E72D-76AD-9AA5FE03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03EDE-5B0C-E6EE-3613-90AA23ED4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0E411-F7AE-C8F4-FBD2-1321D92C1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8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420C-086C-46E7-25E3-2927A43A8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88574-4481-B384-8347-F96325DD3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1989A-DF59-5BCC-D87B-213A18A53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DCD54-35A5-EA61-6626-38B1D084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3A6F5-2301-4F19-405C-CEF15F341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3134B-AAF9-4217-9536-D81826EB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0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25AA-7C74-EF92-E8A3-2A10CF135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5F25B-9C45-06B9-0DF0-4AD096D16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01D90-1A5C-B1C1-4824-2D257F1F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B7229-6B87-2999-01E1-FF3A482E0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551E-797B-0800-995A-55256F96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3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921B79-E265-66D3-C3DA-90F34997A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B1E0D-E089-BF4F-3661-589D16DDD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54F8B-ECC3-FB86-C5D5-0C4D3965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C1535-B199-9227-821C-C4B49C12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1724C-F2BF-2963-EFA0-D1D8AF5D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1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C3F5B3-B42F-4A15-4AB0-D37C76104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F3B07-6BC4-AB03-448E-F40B6D7C8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CDBA1-D7FC-11A8-0038-1A1CC511C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E1FAD-7351-4908-963A-08EA8E4AB7A0}" type="datetimeFigureOut">
              <a:rPr lang="en-US" smtClean="0"/>
              <a:pPr/>
              <a:t>2/4/26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2166-E4C3-1677-E8A5-5A7201F1F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D4A85-784D-B8CC-CDF0-5F49BB643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69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 painting of a group of men&#10;&#10;AI-generated content may be incorrect.">
            <a:extLst>
              <a:ext uri="{FF2B5EF4-FFF2-40B4-BE49-F238E27FC236}">
                <a16:creationId xmlns:a16="http://schemas.microsoft.com/office/drawing/2014/main" id="{2636A70B-92D7-78E4-AC5D-C4FE6148F4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78" r="1" b="28175"/>
          <a:stretch>
            <a:fillRect/>
          </a:stretch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A3675A-21B7-CE12-446F-80BD4177E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715" y="2904454"/>
            <a:ext cx="3161940" cy="2640247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G CASLON MEDIUM" panose="02000603090000020003" pitchFamily="2" charset="-79"/>
                <a:ea typeface="BatangChe" panose="02030609000101010101" pitchFamily="49" charset="-127"/>
                <a:cs typeface="BIG CASLON MEDIUM" panose="02000603090000020003" pitchFamily="2" charset="-79"/>
              </a:rPr>
              <a:t>Protecting Maasai Products </a:t>
            </a:r>
            <a:r>
              <a: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G CASLON MEDIUM" panose="02000603090000020003" pitchFamily="2" charset="-79"/>
                <a:ea typeface="AppleMyungjo" pitchFamily="2" charset="-127"/>
                <a:cs typeface="BIG CASLON MEDIUM" panose="02000603090000020003" pitchFamily="2" charset="-79"/>
              </a:rPr>
              <a:t>Knowledge</a:t>
            </a:r>
            <a:r>
              <a: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G CASLON MEDIUM" panose="02000603090000020003" pitchFamily="2" charset="-79"/>
                <a:ea typeface="BatangChe" panose="02030609000101010101" pitchFamily="49" charset="-127"/>
                <a:cs typeface="BIG CASLON MEDIUM" panose="02000603090000020003" pitchFamily="2" charset="-79"/>
              </a:rPr>
              <a:t> &amp; Culture using               IPR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BIG CASLON MEDIUM" panose="02000603090000020003" pitchFamily="2" charset="-79"/>
              <a:ea typeface="BatangChe" panose="02030609000101010101" pitchFamily="49" charset="-127"/>
              <a:cs typeface="BIG CASLON MEDIUM" panose="020006030900000200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22708-1ADD-1BF7-9A77-0D6318BA8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715" y="5905169"/>
            <a:ext cx="3306089" cy="665802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Modern No. 20" panose="02070704070505020303" pitchFamily="18" charset="77"/>
              </a:rPr>
              <a:t>IPR TEAM PRESENTS </a:t>
            </a:r>
          </a:p>
        </p:txBody>
      </p:sp>
    </p:spTree>
    <p:extLst>
      <p:ext uri="{BB962C8B-B14F-4D97-AF65-F5344CB8AC3E}">
        <p14:creationId xmlns:p14="http://schemas.microsoft.com/office/powerpoint/2010/main" val="141674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 descr=".">
            <a:extLst>
              <a:ext uri="{FF2B5EF4-FFF2-40B4-BE49-F238E27FC236}">
                <a16:creationId xmlns:a16="http://schemas.microsoft.com/office/drawing/2014/main" id="{88AA356A-353C-07B5-BDC9-46DC1B1C1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18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oster with text overlay&#10;&#10;AI-generated content may be incorrect.">
            <a:extLst>
              <a:ext uri="{FF2B5EF4-FFF2-40B4-BE49-F238E27FC236}">
                <a16:creationId xmlns:a16="http://schemas.microsoft.com/office/drawing/2014/main" id="{E81E90C5-5210-87BE-5231-0CE055C63D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48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F81F1891-ABC2-31CF-B56A-58EFB41EFA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3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oster with different symbols and text&#10;&#10;AI-generated content may be incorrect.">
            <a:extLst>
              <a:ext uri="{FF2B5EF4-FFF2-40B4-BE49-F238E27FC236}">
                <a16:creationId xmlns:a16="http://schemas.microsoft.com/office/drawing/2014/main" id="{3486945C-51A9-36CF-FD06-73420F6CD2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14C06FA-49F6-4AAF-C3FD-D848F0879B77}"/>
              </a:ext>
            </a:extLst>
          </p:cNvPr>
          <p:cNvSpPr/>
          <p:nvPr/>
        </p:nvSpPr>
        <p:spPr>
          <a:xfrm>
            <a:off x="5013158" y="609598"/>
            <a:ext cx="2390274" cy="2406317"/>
          </a:xfrm>
          <a:prstGeom prst="ellipse">
            <a:avLst/>
          </a:prstGeom>
          <a:solidFill>
            <a:srgbClr val="FBEC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7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oster with a group of people&#10;&#10;AI-generated content may be incorrect.">
            <a:extLst>
              <a:ext uri="{FF2B5EF4-FFF2-40B4-BE49-F238E27FC236}">
                <a16:creationId xmlns:a16="http://schemas.microsoft.com/office/drawing/2014/main" id="{55DC6C92-5EFD-59BC-571A-A713BB2E94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5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D1B393-2F1F-F33E-A818-D661443D48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1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product&#10;&#10;AI-generated content may be incorrect.">
            <a:extLst>
              <a:ext uri="{FF2B5EF4-FFF2-40B4-BE49-F238E27FC236}">
                <a16:creationId xmlns:a16="http://schemas.microsoft.com/office/drawing/2014/main" id="{9FA49C9B-9890-C5BF-23EA-565884C0A1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1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16AA456-5628-B9B9-AA06-1C6F5ADE2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" r="67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93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oster with different symbols&#10;&#10;AI-generated content may be incorrect.">
            <a:extLst>
              <a:ext uri="{FF2B5EF4-FFF2-40B4-BE49-F238E27FC236}">
                <a16:creationId xmlns:a16="http://schemas.microsoft.com/office/drawing/2014/main" id="{C2B6A2B3-D240-C87D-2A27-ABCDA10099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t="1" r="1" b="366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47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oster with text and symbols&#10;&#10;AI-generated content may be incorrect.">
            <a:extLst>
              <a:ext uri="{FF2B5EF4-FFF2-40B4-BE49-F238E27FC236}">
                <a16:creationId xmlns:a16="http://schemas.microsoft.com/office/drawing/2014/main" id="{B4729043-BF00-0D6E-DEFF-2904B47607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76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oster with icons and symbols&#10;&#10;AI-generated content may be incorrect.">
            <a:extLst>
              <a:ext uri="{FF2B5EF4-FFF2-40B4-BE49-F238E27FC236}">
                <a16:creationId xmlns:a16="http://schemas.microsoft.com/office/drawing/2014/main" id="{31E8256B-4073-8962-D6E9-12C1703C21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5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table with text and symbols&#10;&#10;AI-generated content may be incorrect.">
            <a:extLst>
              <a:ext uri="{FF2B5EF4-FFF2-40B4-BE49-F238E27FC236}">
                <a16:creationId xmlns:a16="http://schemas.microsoft.com/office/drawing/2014/main" id="{B863BF39-B67A-BF9B-4B89-5F47B1520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43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3D6597-2A7F-1D5A-1795-AC0F2780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79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D2009A-38FA-D47F-ACBE-AEA254537E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45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steps to a patent application&#10;&#10;AI-generated content may be incorrect.">
            <a:extLst>
              <a:ext uri="{FF2B5EF4-FFF2-40B4-BE49-F238E27FC236}">
                <a16:creationId xmlns:a16="http://schemas.microsoft.com/office/drawing/2014/main" id="{82953AE7-359E-B3FC-EA48-F9BC9AC252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04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5B758-450F-4B86-C92C-6D99C2A1A5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91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D7E236DC-228B-7FC9-F81B-F25E079BF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36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a product&#10;&#10;AI-generated content may be incorrect.">
            <a:extLst>
              <a:ext uri="{FF2B5EF4-FFF2-40B4-BE49-F238E27FC236}">
                <a16:creationId xmlns:a16="http://schemas.microsoft.com/office/drawing/2014/main" id="{E2266B31-C644-2F63-0CE2-1AEDFCB5F3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65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C20530-7B1B-83E7-7FA0-DE3581065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28B8B64-541D-6DB8-A4A2-56ABE2231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67028" y="5470358"/>
            <a:ext cx="3591291" cy="1171074"/>
          </a:xfrm>
          <a:prstGeom prst="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71451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hands holding a spiral&#10;&#10;AI-generated content may be incorrect.">
            <a:extLst>
              <a:ext uri="{FF2B5EF4-FFF2-40B4-BE49-F238E27FC236}">
                <a16:creationId xmlns:a16="http://schemas.microsoft.com/office/drawing/2014/main" id="{6B2B682E-4DD9-0B94-9EEC-15B21D7428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" r="48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73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3967</TotalTime>
  <Words>30</Words>
  <Application>Microsoft Macintosh PowerPoint</Application>
  <PresentationFormat>Widescreen</PresentationFormat>
  <Paragraphs>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BIG CASLON MEDIUM</vt:lpstr>
      <vt:lpstr>Modern No. 20</vt:lpstr>
      <vt:lpstr>Office Theme</vt:lpstr>
      <vt:lpstr>Protecting Maasai Products Knowledge &amp; Culture using               IPR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B3772</dc:creator>
  <cp:lastModifiedBy>B3772</cp:lastModifiedBy>
  <cp:revision>13</cp:revision>
  <dcterms:created xsi:type="dcterms:W3CDTF">2026-02-04T13:02:29Z</dcterms:created>
  <dcterms:modified xsi:type="dcterms:W3CDTF">2026-02-07T07:09:33Z</dcterms:modified>
</cp:coreProperties>
</file>